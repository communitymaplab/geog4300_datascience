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315" r:id="rId3"/>
    <p:sldId id="316" r:id="rId4"/>
    <p:sldId id="317" r:id="rId5"/>
    <p:sldId id="319" r:id="rId6"/>
    <p:sldId id="318" r:id="rId7"/>
    <p:sldId id="32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722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5299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3336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1444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321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555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nsus.gov/data/experimental-data-products/household-pulse-survey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451" y="3979334"/>
            <a:ext cx="11073468" cy="1828801"/>
          </a:xfrm>
        </p:spPr>
        <p:txBody>
          <a:bodyPr>
            <a:normAutofit/>
          </a:bodyPr>
          <a:lstStyle/>
          <a:p>
            <a:r>
              <a:rPr lang="en-US" dirty="0"/>
              <a:t>Research sprint activity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Shannon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10238-C9B8-4146-872D-AA70A1E7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403" y="167780"/>
            <a:ext cx="6589194" cy="475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01">
            <a:extLst>
              <a:ext uri="{FF2B5EF4-FFF2-40B4-BE49-F238E27FC236}">
                <a16:creationId xmlns:a16="http://schemas.microsoft.com/office/drawing/2014/main" id="{6E82EB7D-8D71-4CFF-A93D-A734763EFEF7}"/>
              </a:ext>
            </a:extLst>
          </p:cNvPr>
          <p:cNvSpPr txBox="1"/>
          <p:nvPr/>
        </p:nvSpPr>
        <p:spPr>
          <a:xfrm>
            <a:off x="177553" y="200501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What’s the goal?</a:t>
            </a:r>
            <a:endParaRPr lang="en-US" sz="3200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51B92-4161-48C8-A39C-E6863EA9FF89}"/>
              </a:ext>
            </a:extLst>
          </p:cNvPr>
          <p:cNvSpPr/>
          <p:nvPr/>
        </p:nvSpPr>
        <p:spPr>
          <a:xfrm>
            <a:off x="503338" y="967089"/>
            <a:ext cx="1130878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ea typeface="Gill Sans MT"/>
                <a:cs typeface="Gill Sans MT"/>
                <a:sym typeface="Gill Sans MT"/>
              </a:rPr>
              <a:t>Final practice creating a project from start to finish</a:t>
            </a:r>
          </a:p>
          <a:p>
            <a:r>
              <a:rPr lang="en-US" sz="3200" dirty="0">
                <a:ea typeface="Gill Sans MT"/>
                <a:cs typeface="Gill Sans MT"/>
                <a:sym typeface="Gill Sans MT"/>
              </a:rPr>
              <a:t>Review of all the techniques we’ve covered this semester</a:t>
            </a:r>
          </a:p>
        </p:txBody>
      </p:sp>
    </p:spTree>
    <p:extLst>
      <p:ext uri="{BB962C8B-B14F-4D97-AF65-F5344CB8AC3E}">
        <p14:creationId xmlns:p14="http://schemas.microsoft.com/office/powerpoint/2010/main" val="181768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01">
            <a:extLst>
              <a:ext uri="{FF2B5EF4-FFF2-40B4-BE49-F238E27FC236}">
                <a16:creationId xmlns:a16="http://schemas.microsoft.com/office/drawing/2014/main" id="{6E82EB7D-8D71-4CFF-A93D-A734763EFEF7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Dataset: The Household Pulse Survey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7FC0F98D-79B1-468F-8BD6-E141BB553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108" y="1096978"/>
            <a:ext cx="8893783" cy="534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Potential variables of interest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CDA6CC-29C8-4D20-9DE3-F8F33976C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96" y="1046168"/>
            <a:ext cx="9085170" cy="551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8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What is the deliverable?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54FBD-9637-4B0C-82DC-4C37328D5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0" y="1042654"/>
            <a:ext cx="10355120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What questions could we ask?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0855A1-26C9-48D3-A277-ED22DCB21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939" y="1433817"/>
            <a:ext cx="8442121" cy="422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88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01">
            <a:extLst>
              <a:ext uri="{FF2B5EF4-FFF2-40B4-BE49-F238E27FC236}">
                <a16:creationId xmlns:a16="http://schemas.microsoft.com/office/drawing/2014/main" id="{AD613488-ED13-4273-A63F-ED1EB26B2F4C}"/>
              </a:ext>
            </a:extLst>
          </p:cNvPr>
          <p:cNvSpPr txBox="1"/>
          <p:nvPr/>
        </p:nvSpPr>
        <p:spPr>
          <a:xfrm>
            <a:off x="219498" y="23405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In your groups: Design a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4FBDF-7086-45A0-BD2E-2DDCF4D2C8EC}"/>
              </a:ext>
            </a:extLst>
          </p:cNvPr>
          <p:cNvSpPr txBox="1"/>
          <p:nvPr/>
        </p:nvSpPr>
        <p:spPr>
          <a:xfrm>
            <a:off x="362823" y="869481"/>
            <a:ext cx="1145726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What’s your final question?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What variables will you be using?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Will you need any additional datasets?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Gill Sans MT"/>
              </a:rPr>
              <a:t>Diagram the steps of your analysis.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Gill Sans MT"/>
              </a:rPr>
              <a:t>Which tests/methods are you using and why?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Gill Sans MT"/>
              </a:rPr>
              <a:t>What assumptions/diagnostics do you need to check?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ym typeface="Gill Sans MT"/>
              </a:rPr>
              <a:t>What visualizations will you </a:t>
            </a:r>
            <a:r>
              <a:rPr lang="en-US" sz="3200">
                <a:sym typeface="Gill Sans MT"/>
              </a:rPr>
              <a:t>be adding?</a:t>
            </a:r>
            <a:endParaRPr lang="en-US" sz="3200" dirty="0">
              <a:sym typeface="Gill Sans 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ym typeface="Gill Sans 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ym typeface="Gill Sans MT"/>
            </a:endParaRPr>
          </a:p>
          <a:p>
            <a:r>
              <a:rPr lang="en-US" sz="3200" dirty="0">
                <a:sym typeface="Gill Sans MT"/>
              </a:rPr>
              <a:t>You’ll use Thursday’s class to actually do this analysis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601145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246</TotalTime>
  <Words>184</Words>
  <Application>Microsoft Office PowerPoint</Application>
  <PresentationFormat>Widescreen</PresentationFormat>
  <Paragraphs>32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Calisto MT</vt:lpstr>
      <vt:lpstr>Wingdings 2</vt:lpstr>
      <vt:lpstr>Slate</vt:lpstr>
      <vt:lpstr>Research sprint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Jerry Shannon</cp:lastModifiedBy>
  <cp:revision>214</cp:revision>
  <dcterms:created xsi:type="dcterms:W3CDTF">2021-09-02T15:10:57Z</dcterms:created>
  <dcterms:modified xsi:type="dcterms:W3CDTF">2024-11-19T20:46:23Z</dcterms:modified>
</cp:coreProperties>
</file>