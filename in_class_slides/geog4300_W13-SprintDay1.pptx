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9BA7-89C2-2BD6-1849-6066B0145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86A63-656B-5499-8D15-F85A6CC31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7AD-809D-2957-7BF8-F2A337B7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2CFF6-8A4A-6842-25DB-2E0CD607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B0133-FE71-45D5-9A57-7DBBC131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2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6102-F6CD-80FB-2F04-BFAB26AA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D9AB6-DAEC-E7AA-AA1C-00388C42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F4723-1ED5-8D75-0475-08D22E57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0655-9C5F-96E0-0215-ACFC9FE8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C5E2-2E6C-3BCF-2775-44571ACA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5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275E-1ED6-28B1-D525-D8352C12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A43E3-EB3B-FEFC-868A-B91A57CDB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DDF34-32E8-E1A1-DA49-D30615E07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F3A87-E3F9-19F4-632E-1DBBCDFE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E5FA9-852E-0FBB-E69B-DF175A87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6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A314-1286-BCB8-B655-3EFC3334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CC373-1BDA-B598-12A0-3380CCC63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59E4F-0156-E253-FEEE-3B9E7EE5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1413F-3DA5-282B-586E-3266B50B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0E0C-8369-6315-4726-6DA839EB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70069-AAFF-F0AA-D565-BC53E2B3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5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0772-E7AA-518B-4FB2-7C3E1796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3166-5D24-3CDC-0FC9-B7CB00F53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54CEE-8360-FFD8-A3DE-505398E99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A8588-4D54-4A52-F95D-D18E589A8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CE65DB-E398-295C-E20A-E35595BB9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83711-0CDF-CDAA-F03C-FADAA16E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B6868-6683-51AD-1AC7-48EBF2BFA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DDA1C2-28A0-B0CE-D9A2-CAE7ABA2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8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E7BA-2E4E-645A-F344-F777B2E0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DF9AE-702C-352C-0234-19079F22C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37943-7FA4-4CB5-8E44-119C54B5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730C8-DB8A-B188-A334-EFDBFA08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91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A2676-E8AB-EEDE-75D7-26B15131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95DB-9915-1853-E48B-17BC521D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D7BD6-7081-4A29-C6BF-D3614068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4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9FCF-01ED-A4E7-0405-CC9529961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7BCDE-1B96-98E8-D82E-4CD957E03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059F1-4852-E308-DEE3-C2BA5C143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C0ECC-853D-EA9F-9098-7E302B5E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8CA96-8844-521A-3B29-58354FA3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84A49-2330-41FE-A1A3-0AAB0442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57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0449-C760-7ED6-F7B7-659A7294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61DEC-C5B1-53A3-E6A3-319B5D835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C5B62-A5D0-D641-511A-823017967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E9072-2631-8E99-45C5-E6AF9741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7B8F5-F9F9-38AB-08F9-C94479E90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F11B7-3354-4490-1FD2-F23D3417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6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87B9-0C52-326B-558F-A3D3C6DB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D23CA-9A08-DAC3-C67A-6CB236504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FFAB1-E379-AD07-310A-E5C119AA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A294-32EF-F1C7-9D02-0DD7A3F6E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4F8AD-5AC2-636E-BA21-8D634E99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825977-0D63-1FC3-EF0B-D1D9987ED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ECAAE-7593-E877-C377-F30EC1575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23D3B-757D-1D0C-4A10-9D52B1A7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45FDA-5ABC-4476-4756-C1D735271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67C43-E706-61F2-CB25-601F95F7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0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AA687-2287-68C0-EDA6-85C3F3F0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A4F04-3D1A-07FA-DDA4-DD11E0CB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023E5-E1A7-F39E-3B3C-E4D637889E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4971B-40CA-EF49-B790-71F2564D539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5D510-072D-6988-6EB1-4E521C8C3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CA7F4-CFD3-1FC3-278A-B2521D308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D55C2-08D3-B94D-9C20-7AD71EF0A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2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fordatascience/tidytuesday/blob/main/data/2025/2025-10-21/readme.md" TargetMode="External"/><Relationship Id="rId2" Type="http://schemas.openxmlformats.org/officeDocument/2006/relationships/hyperlink" Target="https://github.com/rfordatascience/tidytuesday/tree/main/data/2025/2025-08-1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valley with mountains and clouds&#10;&#10;AI-generated content may be incorrect.">
            <a:extLst>
              <a:ext uri="{FF2B5EF4-FFF2-40B4-BE49-F238E27FC236}">
                <a16:creationId xmlns:a16="http://schemas.microsoft.com/office/drawing/2014/main" id="{83D6AD2B-B1DA-F2D6-2DA4-582D16E423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BBC6D3-D051-8A41-7D14-DF9AB426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Group Sprint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680CC-599F-06DB-446A-665D9D89C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GEOG4/6300</a:t>
            </a:r>
          </a:p>
          <a:p>
            <a:r>
              <a:rPr lang="en-US" dirty="0">
                <a:solidFill>
                  <a:srgbClr val="FFFFFF"/>
                </a:solidFill>
              </a:rPr>
              <a:t>November 18-20, 2025</a:t>
            </a:r>
          </a:p>
        </p:txBody>
      </p:sp>
    </p:spTree>
    <p:extLst>
      <p:ext uri="{BB962C8B-B14F-4D97-AF65-F5344CB8AC3E}">
        <p14:creationId xmlns:p14="http://schemas.microsoft.com/office/powerpoint/2010/main" val="1453786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513A-42F5-03D8-FE19-368E4F5F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climate changing on the highest Scottish peaks?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B7347-82A1-37D0-4204-537098BEC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Scottish Munros</a:t>
            </a:r>
            <a:endParaRPr lang="en-US" dirty="0"/>
          </a:p>
          <a:p>
            <a:r>
              <a:rPr lang="en-US" dirty="0">
                <a:hlinkClick r:id="rId3"/>
              </a:rPr>
              <a:t>UK Met Data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310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CE78-2604-5374-C349-0A516105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A82E4-F84E-3202-19D9-3FED4B9D9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many peaks currently listed as Munros have always been included on the list?</a:t>
            </a:r>
          </a:p>
          <a:p>
            <a:r>
              <a:rPr lang="en-US" dirty="0"/>
              <a:t>Which year saw the largest number of changes to the classification?</a:t>
            </a:r>
          </a:p>
          <a:p>
            <a:r>
              <a:rPr lang="en-US" dirty="0"/>
              <a:t>Which Munro is the most remote?</a:t>
            </a:r>
          </a:p>
          <a:p>
            <a:r>
              <a:rPr lang="en-US" dirty="0"/>
              <a:t>Which are the rainiest/coldest/sunniest/hottest months to visit the met station </a:t>
            </a:r>
            <a:r>
              <a:rPr lang="en-US"/>
              <a:t>closest to </a:t>
            </a:r>
            <a:r>
              <a:rPr lang="en-US" dirty="0"/>
              <a:t>the highest peak? Has that changed over time?</a:t>
            </a:r>
          </a:p>
          <a:p>
            <a:r>
              <a:rPr lang="en-US" dirty="0"/>
              <a:t>Were there any historic years that were particularly rainy/cold/sunny/hot on the peak?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57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DBB7-7695-07E9-F227-913D691D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319CC-D728-76E5-5B30-00D8D0A5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would you answer these questions? </a:t>
            </a:r>
          </a:p>
          <a:p>
            <a:r>
              <a:rPr lang="en-US" b="1" dirty="0"/>
              <a:t>What sort of analysis techniques will you use? </a:t>
            </a:r>
          </a:p>
          <a:p>
            <a:r>
              <a:rPr lang="en-US" b="1" dirty="0"/>
              <a:t>What plots can you make to illustrate the changes?</a:t>
            </a:r>
          </a:p>
        </p:txBody>
      </p:sp>
    </p:spTree>
    <p:extLst>
      <p:ext uri="{BB962C8B-B14F-4D97-AF65-F5344CB8AC3E}">
        <p14:creationId xmlns:p14="http://schemas.microsoft.com/office/powerpoint/2010/main" val="277661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8FC8-D0A3-B74C-1142-F652C8956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E957-0B08-D0CC-F296-E9EDF7E6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F66E-F3A1-FBED-30F4-F1F0D2356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would you answer these questions? </a:t>
            </a:r>
          </a:p>
          <a:p>
            <a:r>
              <a:rPr lang="en-US" dirty="0"/>
              <a:t>What sort of analysis techniques will you use? </a:t>
            </a:r>
          </a:p>
          <a:p>
            <a:r>
              <a:rPr lang="en-US" dirty="0"/>
              <a:t>What plots can you make to illustrate the changes?</a:t>
            </a:r>
          </a:p>
          <a:p>
            <a:r>
              <a:rPr lang="en-US" b="1" dirty="0"/>
              <a:t>Assign tasks to people in your group.</a:t>
            </a:r>
          </a:p>
          <a:p>
            <a:r>
              <a:rPr lang="en-US" dirty="0"/>
              <a:t>Get started – check in at the end of class.</a:t>
            </a:r>
          </a:p>
          <a:p>
            <a:r>
              <a:rPr lang="en-US" dirty="0"/>
              <a:t>End goal: We’ll post your knitted </a:t>
            </a:r>
            <a:r>
              <a:rPr lang="en-US" dirty="0" err="1"/>
              <a:t>Rmd</a:t>
            </a:r>
            <a:r>
              <a:rPr lang="en-US" dirty="0"/>
              <a:t> to a </a:t>
            </a:r>
            <a:r>
              <a:rPr lang="en-US" dirty="0" err="1"/>
              <a:t>github</a:t>
            </a:r>
            <a:r>
              <a:rPr lang="en-US" dirty="0"/>
              <a:t> page.</a:t>
            </a:r>
          </a:p>
        </p:txBody>
      </p:sp>
    </p:spTree>
    <p:extLst>
      <p:ext uri="{BB962C8B-B14F-4D97-AF65-F5344CB8AC3E}">
        <p14:creationId xmlns:p14="http://schemas.microsoft.com/office/powerpoint/2010/main" val="253701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2695</TotalTime>
  <Words>193</Words>
  <Application>Microsoft Macintosh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Group Sprint</vt:lpstr>
      <vt:lpstr>How is climate changing on the highest Scottish peaks?</vt:lpstr>
      <vt:lpstr>PowerPoint Presentation</vt:lpstr>
      <vt:lpstr>In a group</vt:lpstr>
      <vt:lpstr>In a 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Harper</dc:creator>
  <cp:lastModifiedBy>Anna Harper</cp:lastModifiedBy>
  <cp:revision>2</cp:revision>
  <dcterms:created xsi:type="dcterms:W3CDTF">2025-11-18T17:32:18Z</dcterms:created>
  <dcterms:modified xsi:type="dcterms:W3CDTF">2025-11-20T14:27:43Z</dcterms:modified>
</cp:coreProperties>
</file>