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52"/>
    <p:restoredTop sz="94658"/>
  </p:normalViewPr>
  <p:slideViewPr>
    <p:cSldViewPr snapToGrid="0">
      <p:cViewPr varScale="1">
        <p:scale>
          <a:sx n="83" d="100"/>
          <a:sy n="83" d="100"/>
        </p:scale>
        <p:origin x="232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0DB4A-CA47-9F4B-A48A-33E4F3E94323}" type="datetimeFigureOut">
              <a:rPr lang="en-US" smtClean="0"/>
              <a:t>9/5/25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C705-F0FB-DA4A-B05E-A965D2998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32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C705-F0FB-DA4A-B05E-A965D299866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72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5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9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84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75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39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795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896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7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3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936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9143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86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36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33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0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0516444-D352-FE49-B77A-90DD69F8490D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7A1A9-A769-7742-A9EA-D4D63889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291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C268-84CC-2A49-BB46-EB57D21AE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666" y="1447800"/>
            <a:ext cx="9983243" cy="3329581"/>
          </a:xfrm>
        </p:spPr>
        <p:txBody>
          <a:bodyPr/>
          <a:lstStyle/>
          <a:p>
            <a:r>
              <a:rPr lang="en-US" dirty="0"/>
              <a:t>Week 4: Loading and visualizing vector and raster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A281F-0A51-DAF1-AA3A-7C88E8750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666" y="4777381"/>
            <a:ext cx="8825658" cy="1303930"/>
          </a:xfrm>
        </p:spPr>
        <p:txBody>
          <a:bodyPr>
            <a:normAutofit/>
          </a:bodyPr>
          <a:lstStyle/>
          <a:p>
            <a:r>
              <a:rPr lang="en-US" dirty="0"/>
              <a:t>GEOG4300 /6300: Intro to data science</a:t>
            </a:r>
          </a:p>
          <a:p>
            <a:r>
              <a:rPr lang="en-US" dirty="0"/>
              <a:t>Tuesday September 9</a:t>
            </a:r>
          </a:p>
          <a:p>
            <a:r>
              <a:rPr lang="en-US" dirty="0"/>
              <a:t>Prof. Anna Harper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56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F3D79-B781-D2C7-1828-454EA6409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are we?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192A7-75EB-F737-EB81-9FD8AE685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 catch-up:</a:t>
            </a:r>
          </a:p>
          <a:p>
            <a:pPr lvl="1"/>
            <a:r>
              <a:rPr lang="en-US" dirty="0"/>
              <a:t>Wickham and </a:t>
            </a:r>
            <a:r>
              <a:rPr lang="en-US" dirty="0" err="1"/>
              <a:t>Grolemand</a:t>
            </a:r>
            <a:r>
              <a:rPr lang="en-US" dirty="0"/>
              <a:t> Ch 1-3, 5, 7 (optional: 4, 6, 8)</a:t>
            </a:r>
          </a:p>
          <a:p>
            <a:pPr lvl="1"/>
            <a:r>
              <a:rPr lang="en-US" dirty="0"/>
              <a:t>Wikham and </a:t>
            </a:r>
            <a:r>
              <a:rPr lang="en-US" dirty="0" err="1"/>
              <a:t>Grolemand</a:t>
            </a:r>
            <a:r>
              <a:rPr lang="en-US" dirty="0"/>
              <a:t> Ch 21 (Databases)</a:t>
            </a:r>
          </a:p>
          <a:p>
            <a:r>
              <a:rPr lang="en-US" dirty="0"/>
              <a:t>This week: Read McGrew et al. Chapter 3 (Descriptive statistics and graphs)</a:t>
            </a:r>
          </a:p>
          <a:p>
            <a:r>
              <a:rPr lang="en-US" dirty="0"/>
              <a:t>Work on scripts on your own time if we’re not getting to them in class. Ask questions during ‘lab’ time (5:10-5:35 both days) or book a time with me or </a:t>
            </a:r>
            <a:r>
              <a:rPr lang="en-US" dirty="0" err="1"/>
              <a:t>Ummie</a:t>
            </a:r>
            <a:r>
              <a:rPr lang="en-US" dirty="0"/>
              <a:t>.</a:t>
            </a:r>
          </a:p>
          <a:p>
            <a:r>
              <a:rPr lang="en-US" dirty="0"/>
              <a:t>Lab 1: Due Thursday</a:t>
            </a:r>
          </a:p>
        </p:txBody>
      </p:sp>
    </p:spTree>
    <p:extLst>
      <p:ext uri="{BB962C8B-B14F-4D97-AF65-F5344CB8AC3E}">
        <p14:creationId xmlns:p14="http://schemas.microsoft.com/office/powerpoint/2010/main" val="17039387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171</TotalTime>
  <Words>117</Words>
  <Application>Microsoft Macintosh PowerPoint</Application>
  <PresentationFormat>Widescreen</PresentationFormat>
  <Paragraphs>12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Century Gothic</vt:lpstr>
      <vt:lpstr>Wingdings 3</vt:lpstr>
      <vt:lpstr>Ion</vt:lpstr>
      <vt:lpstr>Week 4: Loading and visualizing vector and raster data</vt:lpstr>
      <vt:lpstr>Where are we?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Harper</dc:creator>
  <cp:lastModifiedBy>Anna Harper</cp:lastModifiedBy>
  <cp:revision>2</cp:revision>
  <dcterms:created xsi:type="dcterms:W3CDTF">2025-09-05T18:06:02Z</dcterms:created>
  <dcterms:modified xsi:type="dcterms:W3CDTF">2025-09-05T20:58:00Z</dcterms:modified>
</cp:coreProperties>
</file>